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234440"/>
            <a:ext cx="103327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Does Giving an AI a “Map” of Your Code</a:t>
            </a:r>
          </a:p>
          <a:p>
            <a:pPr algn="ctr">
              <a:lnSpc>
                <a:spcPct val="112000"/>
              </a:lnSpc>
            </a:pPr>
            <a:r>
              <a:rPr sz="3800" b="1" i="0">
                <a:solidFill>
                  <a:srgbClr val="FFFFFF"/>
                </a:solidFill>
                <a:latin typeface="Calibri"/>
              </a:rPr>
              <a:t>Actually Help?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91695" cy="5486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474720"/>
            <a:ext cx="9418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800" b="0" i="1">
                <a:solidFill>
                  <a:srgbClr val="94A3B8"/>
                </a:solidFill>
                <a:latin typeface="Calibri"/>
              </a:rPr>
              <a:t>The whole project, in one deck: three repos, one pipeline, one real answer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6687" y="4206240"/>
            <a:ext cx="2926080" cy="914400"/>
          </a:xfrm>
          <a:prstGeom prst="rect">
            <a:avLst/>
          </a:prstGeom>
          <a:solidFill>
            <a:srgbClr val="24243E"/>
          </a:solidFill>
          <a:ln w="22225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ContextAI</a:t>
            </a:r>
          </a:p>
          <a:p>
            <a:pPr algn="ctr"/>
            <a:r>
              <a:rPr sz="1150" i="1">
                <a:solidFill>
                  <a:srgbClr val="2CA02C"/>
                </a:solidFill>
                <a:latin typeface="Calibri"/>
              </a:rPr>
              <a:t>code-graph engine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2807" y="4206240"/>
            <a:ext cx="2926080" cy="914400"/>
          </a:xfrm>
          <a:prstGeom prst="rect">
            <a:avLst/>
          </a:prstGeom>
          <a:solidFill>
            <a:srgbClr val="24243E"/>
          </a:solidFill>
          <a:ln w="222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ConnectContext</a:t>
            </a:r>
          </a:p>
          <a:p>
            <a:pPr algn="ctr"/>
            <a:r>
              <a:rPr sz="1150" i="1">
                <a:solidFill>
                  <a:srgbClr val="2563EB"/>
                </a:solidFill>
                <a:latin typeface="Calibri"/>
              </a:rPr>
              <a:t>MCP bridge</a:t>
            </a:r>
          </a:p>
        </p:txBody>
      </p:sp>
      <p:sp>
        <p:nvSpPr>
          <p:cNvPr id="7" name="Rectangle 6"/>
          <p:cNvSpPr/>
          <p:nvPr/>
        </p:nvSpPr>
        <p:spPr>
          <a:xfrm>
            <a:off x="7878927" y="4206240"/>
            <a:ext cx="2926080" cy="914400"/>
          </a:xfrm>
          <a:prstGeom prst="rect">
            <a:avLst/>
          </a:prstGeom>
          <a:solidFill>
            <a:srgbClr val="24243E"/>
          </a:solidFill>
          <a:ln w="2222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Test_context</a:t>
            </a:r>
          </a:p>
          <a:p>
            <a:pPr algn="ctr"/>
            <a:r>
              <a:rPr sz="1150" i="1">
                <a:solidFill>
                  <a:srgbClr val="D97706"/>
                </a:solidFill>
                <a:latin typeface="Calibri"/>
              </a:rPr>
              <a:t>the evaluation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623560"/>
            <a:ext cx="9418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0" i="0">
                <a:solidFill>
                  <a:srgbClr val="888899"/>
                </a:solidFill>
                <a:latin typeface="Calibri"/>
              </a:rPr>
              <a:t>48 real questions · 4 real codebases · 288 real AI runs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The problem, the idea, and the question we tested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91640"/>
            <a:ext cx="5852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Real codebases are huge. Asking an AI “who calls this?” normally means it greps and opens files one at a time — slow, and easy to miss something in a file never opened.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The idea: pre-build a “map” of the codebase — every function, every connection — once, and hand it to the AI as an extra tool instead of making it re-derive that structure every time.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550" b="1">
                <a:solidFill>
                  <a:srgbClr val="2CA02C"/>
                </a:solidFill>
                <a:latin typeface="Calibri"/>
              </a:rPr>
              <a:t>▸  </a:t>
            </a:r>
            <a:r>
              <a:rPr sz="1550">
                <a:solidFill>
                  <a:srgbClr val="333333"/>
                </a:solidFill>
                <a:latin typeface="Calibri"/>
              </a:rPr>
              <a:t>That map-building idea is exactly what ContextAI + ConnectContext (the first two repos below) set out to build.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4617720"/>
            <a:ext cx="5852160" cy="1417320"/>
          </a:xfrm>
          <a:prstGeom prst="rect">
            <a:avLst/>
          </a:prstGeom>
          <a:solidFill>
            <a:srgbClr val="F7F8FA"/>
          </a:solidFill>
          <a:ln w="3175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50" b="1">
                <a:solidFill>
                  <a:srgbClr val="1A1A2E"/>
                </a:solidFill>
                <a:latin typeface="Calibri"/>
              </a:rPr>
              <a:t>“Does a real AI coding agent answer code questions better with the map — vs. its normal tools alone?”</a:t>
            </a:r>
          </a:p>
        </p:txBody>
      </p:sp>
      <p:pic>
        <p:nvPicPr>
          <p:cNvPr id="6" name="Picture 5" descr="search_vs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476920"/>
            <a:ext cx="5120640" cy="28642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1 — The Idea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The whole project spans three repos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hree_re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340" y="1600200"/>
            <a:ext cx="8418840" cy="47091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2 — The Whole Project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CA02C"/>
                </a:solidFill>
                <a:latin typeface="Calibri"/>
              </a:rPr>
              <a:t>github.com/shobhit0521/ContextAI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Repo 1 — ContextAI: the code-graph engine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textai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1326" y="1554480"/>
            <a:ext cx="8238867" cy="4800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2 — The Whole Project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2563EB"/>
                </a:solidFill>
                <a:latin typeface="Calibri"/>
              </a:rPr>
              <a:t>github.com/shobhit0521/ConnectContext · pypi.org/project/contextai-mcp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Repo 2 — ConnectContext: the MCP bridge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nectcontext_too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735" y="1554480"/>
            <a:ext cx="8664049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2 — The Whole Project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 i="0">
                <a:solidFill>
                  <a:srgbClr val="D97706"/>
                </a:solidFill>
                <a:latin typeface="Calibri"/>
              </a:rPr>
              <a:t>github.com/shobhit0521/Test_context (this repo)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6692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Repo 3 — Test_context: how we evaluated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735" y="1554480"/>
            <a:ext cx="8664049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3 — Testing It For Real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Two real engineering hiccups, across two repos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 i="0">
                <a:solidFill>
                  <a:srgbClr val="D97706"/>
                </a:solidFill>
                <a:latin typeface="Calibri"/>
              </a:rPr>
              <a:t>🐛  ConnectContext × ContextAI: a hidden naming clash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5349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ConnectContext launches as “python -m contextai_mcp,” which adds the current directory to Python's import path.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One target project (Flask) ships its own file named typing.py — same name as the Python stdlib module.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Run with cwd inside Flask's source tree, that silently hijacked the real typing import and crashed the server on startup.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Fixed by pinning ConnectContext's own cwd to a safe folder, away from whatever project it's mapping.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9164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50" b="1" i="0">
                <a:solidFill>
                  <a:srgbClr val="D97706"/>
                </a:solidFill>
                <a:latin typeface="Calibri"/>
              </a:rPr>
              <a:t>⏱️  Test_context × Codex: a permissions limitation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94560"/>
            <a:ext cx="5349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Codex's unattended mode auto-cancels MCP tool-call approvals instead of granting them — a known open Codex CLI issue.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Left as default, Arm B could never actually call ConnectContext's tools when run unattended.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Fixed with a bypass flag — applied identically to both Arm A and Arm B, so tool availability is the only difference, not sandboxing.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Both hiccups were root-caused and fixed by tracing through all three repos, not just the one that failed.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3 — Testing It For Real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The headline result: roughly a coin flip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head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24494"/>
            <a:ext cx="5943600" cy="3711932"/>
          </a:xfrm>
          <a:prstGeom prst="rect">
            <a:avLst/>
          </a:prstGeom>
        </p:spPr>
      </p:pic>
      <p:pic>
        <p:nvPicPr>
          <p:cNvPr id="5" name="Picture 4" descr="chart_by_proj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198940"/>
            <a:ext cx="5577840" cy="2963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52160"/>
            <a:ext cx="11155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1">
                <a:solidFill>
                  <a:srgbClr val="666666"/>
                </a:solidFill>
                <a:latin typeface="Calibri"/>
              </a:rPr>
              <a:t>288 total AI runs, zero crashes. No project favored the map — not even Rich, the largest/most complex codebase tested.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4 — Results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The map wasn't free — and wasn't more accurate either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art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99812"/>
            <a:ext cx="5943600" cy="2807015"/>
          </a:xfrm>
          <a:prstGeom prst="rect">
            <a:avLst/>
          </a:prstGeom>
        </p:spPr>
      </p:pic>
      <p:pic>
        <p:nvPicPr>
          <p:cNvPr id="5" name="Picture 4" descr="chart_recal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2070660"/>
            <a:ext cx="5577840" cy="32653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897880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50" b="0" i="1">
                <a:solidFill>
                  <a:srgbClr val="666666"/>
                </a:solidFill>
                <a:latin typeface="Calibri"/>
              </a:rPr>
              <a:t>Objective F1 was a near-tie too: 0.740 (no map) vs. 0.745 (with map) across 87 checkable answers.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4 — Results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1A1A2E"/>
                </a:solidFill>
                <a:latin typeface="Calibri"/>
              </a:rPr>
              <a:t>Why didn't it help more?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50976"/>
            <a:ext cx="2011680" cy="50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2563EB"/>
                </a:solidFill>
                <a:latin typeface="Calibri"/>
              </a:rPr>
              <a:t>1. The referee was sometimes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53949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We hand-checked one “loss” for the map: the AI called a buffer “thread-local” and the judge marked it wrong.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Rich's actual source confirms the AI was right — the judge made the mistake.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With 58/144 judged queries already ties, the true gap is likely smaller than the raw 45.1% vs. 54.9% split suggests.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45920"/>
            <a:ext cx="5349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i="0">
                <a:solidFill>
                  <a:srgbClr val="D97706"/>
                </a:solidFill>
                <a:latin typeface="Calibri"/>
              </a:rPr>
              <a:t>2. Trusting the map too much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148840"/>
            <a:ext cx="53492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The map is honest about its own gaps — list_gaps flags exactly what static analysis couldn't resolve.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But when the AI treated the map's answer as complete instead of double-checking, it sometimes missed real connections a plain search would catch.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333333"/>
                </a:solidFill>
                <a:latin typeface="Calibri"/>
              </a:rPr>
              <a:t>Signature: when one arm's answer was a strict subset of the other's, it was the map-assisted arm 19 times out of 20.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8720" y="5257800"/>
            <a:ext cx="9784080" cy="1051560"/>
          </a:xfrm>
          <a:prstGeom prst="rect">
            <a:avLst/>
          </a:prstGeom>
          <a:solidFill>
            <a:srgbClr val="F7F8FA"/>
          </a:solidFill>
          <a:ln w="31750">
            <a:solidFill>
              <a:srgbClr val="2CA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50" b="1">
                <a:solidFill>
                  <a:srgbClr val="1A1A2E"/>
                </a:solidFill>
                <a:latin typeface="Calibri"/>
              </a:rPr>
              <a:t>Bottom line: giving today's agent an extra map tool didn't clearly make it better — it used the tool eagerly, but that didn't translate into better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5 — Why, and What's Next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personal note, and what this means going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05840"/>
            <a:ext cx="2011680" cy="508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088136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DDDDE5"/>
                </a:solidFill>
                <a:latin typeface="Calibri"/>
              </a:rPr>
              <a:t>When this problem first came up a few months ago, it felt urgent: AI models couldn't hold a big codebase “in their head,” so a pre-built map felt essential. In just those few months, AI models have gotten dramatically better at holding and reasoning over more code at once — that original problem has largely shrunk on its own, just from base models improving.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63240"/>
            <a:ext cx="10881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2CA02C"/>
                </a:solidFill>
                <a:latin typeface="Calibri"/>
              </a:rPr>
              <a:t>What this means going forward: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108813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DDDDE5"/>
                </a:solidFill>
                <a:latin typeface="Calibri"/>
              </a:rPr>
              <a:t>Tools like ContextAI/ConnectContext still have a place — but the bar for “worth adding” keeps rising as base models improve.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DDDDE5"/>
                </a:solidFill>
                <a:latin typeface="Calibri"/>
              </a:rPr>
              <a:t>The AI should be nudged to double-check the map's answer, not trust it outright — especially for “list everything” questions.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DDDDE5"/>
                </a:solidFill>
                <a:latin typeface="Calibri"/>
              </a:rPr>
              <a:t>The token/reading cost of an extra tool is real (~1.7x more per question here) and should be weighed against the unclear benefit.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 b="1">
                <a:solidFill>
                  <a:srgbClr val="2CA02C"/>
                </a:solidFill>
                <a:latin typeface="Calibri"/>
              </a:rPr>
              <a:t>▸  </a:t>
            </a:r>
            <a:r>
              <a:rPr sz="1450">
                <a:solidFill>
                  <a:srgbClr val="DDDDE5"/>
                </a:solidFill>
                <a:latin typeface="Calibri"/>
              </a:rPr>
              <a:t>Worth re-running periodically across all three repos as both the models and the graph/MCP tooling keep evolving.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8229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AAAAAA"/>
                </a:solidFill>
                <a:latin typeface="Calibri"/>
              </a:rPr>
              <a:t>Part 5 — Why, and What's Next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31720"/>
            <a:ext cx="10332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0" y="3246120"/>
            <a:ext cx="2103120" cy="54864"/>
          </a:xfrm>
          <a:prstGeom prst="rect">
            <a:avLst/>
          </a:prstGeom>
          <a:solidFill>
            <a:srgbClr val="2C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3520440"/>
            <a:ext cx="103327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94A3B8"/>
                </a:solidFill>
                <a:latin typeface="Calibri"/>
              </a:rPr>
              <a:t>github.com/shobhit0521/ContextAI</a:t>
            </a:r>
          </a:p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94A3B8"/>
                </a:solidFill>
                <a:latin typeface="Calibri"/>
              </a:rPr>
              <a:t>github.com/shobhit0521/ConnectContext</a:t>
            </a:r>
          </a:p>
          <a:p>
            <a:pPr algn="ctr">
              <a:lnSpc>
                <a:spcPct val="130000"/>
              </a:lnSpc>
            </a:pPr>
            <a:r>
              <a:rPr sz="1500" b="0" i="1">
                <a:solidFill>
                  <a:srgbClr val="94A3B8"/>
                </a:solidFill>
                <a:latin typeface="Calibri"/>
              </a:rPr>
              <a:t>github.com/shobhit0521/Test_context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892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0" i="0">
                <a:solidFill>
                  <a:srgbClr val="888899"/>
                </a:solidFill>
                <a:latin typeface="Calibri"/>
              </a:rPr>
              <a:t>Full write-up, charts, and raw data: eval/report/REPORT.md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